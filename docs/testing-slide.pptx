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C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test the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 →  generated clinical content  →  validated against a reference medical-writing corpus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OpenCSR · synthetic study OCS-101 · non-GxP demo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4FB3A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locked study data</a:t>
            </a:r>
            <a:endParaRPr lang="en-US" sz="1200" dirty="0"/>
          </a:p>
        </p:txBody>
      </p:sp>
      <p:pic>
        <p:nvPicPr>
          <p:cNvPr id="8" name="Image 0" descr="shot_t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3474720" cy="2171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11480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TLFs with exact cells and footnotes, ADaM datasets (ADSL · ADRS · ADAE), protocol &amp; SAP documents — frozen and hash-stamped per task. Swap in your own study under data/.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1371600"/>
            <a:ext cx="310896" cy="310896"/>
          </a:xfrm>
          <a:prstGeom prst="ellipse">
            <a:avLst/>
          </a:prstGeom>
          <a:solidFill>
            <a:srgbClr val="4FB3AE"/>
          </a:solidFill>
          <a:ln/>
        </p:spPr>
      </p:sp>
      <p:sp>
        <p:nvSpPr>
          <p:cNvPr id="11" name="Text 8"/>
          <p:cNvSpPr/>
          <p:nvPr/>
        </p:nvSpPr>
        <p:spPr>
          <a:xfrm>
            <a:off x="4361688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64024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A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· drafted by agents, signed by a human</a:t>
            </a:r>
            <a:endParaRPr lang="en-US" sz="1200" dirty="0"/>
          </a:p>
        </p:txBody>
      </p:sp>
      <p:pic>
        <p:nvPicPr>
          <p:cNvPr id="13" name="Image 1" descr="lframe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828800"/>
            <a:ext cx="3474720" cy="21717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61688" y="411480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narrative (ICH E3 §12.3.2), drafted by live agents from that subject's records only — then reviewed and approved by Safety/PV, role-stamped into the audit trail.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57032" y="1371600"/>
            <a:ext cx="310896" cy="310896"/>
          </a:xfrm>
          <a:prstGeom prst="ellipse">
            <a:avLst/>
          </a:prstGeom>
          <a:solidFill>
            <a:srgbClr val="4FB3AE"/>
          </a:solidFill>
          <a:ln/>
        </p:spPr>
      </p:sp>
      <p:sp>
        <p:nvSpPr>
          <p:cNvPr id="16" name="Text 12"/>
          <p:cNvSpPr/>
          <p:nvPr/>
        </p:nvSpPr>
        <p:spPr>
          <a:xfrm>
            <a:off x="8257032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659368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· against a reference corpus</a:t>
            </a:r>
            <a:endParaRPr lang="en-US" sz="1200" dirty="0"/>
          </a:p>
        </p:txBody>
      </p:sp>
      <p:pic>
        <p:nvPicPr>
          <p:cNvPr id="18" name="Image 2" descr="shot_eva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828800"/>
            <a:ext cx="3474720" cy="21717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57032" y="411480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Element-by-element ICH E3 checks, exact recomputation from the datasets, and scoring vs the gold reference corpus (CSRBench) — hard pass/fail gates, not vibes.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005072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D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7900416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D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457200" y="548640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172023"/>
          </a:solidFill>
          <a:ln w="12700">
            <a:solidFill>
              <a:srgbClr val="26313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5800" y="5486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gates on every run:  </a:t>
            </a:r>
            <a:pPr algn="l" indent="0" marL="0">
              <a:buNone/>
            </a:pPr>
            <a:r>
              <a:rPr lang="en-US" sz="1250" dirty="0">
                <a:solidFill>
                  <a:srgbClr val="E6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1.0  ·  numeric accuracy 1.0  ·  ICH element coverage  ·  0 capability escapes.   </a:t>
            </a:r>
            <a:pPr algn="l" indent="0" marL="0">
              <a:buNone/>
            </a:pPr>
            <a:r>
              <a:rPr lang="en-US" sz="1250" dirty="0">
                <a:solidFill>
                  <a:srgbClr val="9D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corpus runs free, offline, in CI — and gates every skill, prompt, and model change.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35508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github.com/scottogden10/opencsr  ·  scottogden10.github.io/opencsr/csrbench.html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2026-08-25T16:53:12Z</dcterms:created>
  <dcterms:modified xsi:type="dcterms:W3CDTF">2026-08-25T16:53:12Z</dcterms:modified>
</cp:coreProperties>
</file>